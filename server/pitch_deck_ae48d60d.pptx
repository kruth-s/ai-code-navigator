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TagGenie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image tagging with AI-powered vision</a:t>
            </a:r>
          </a:p>
          <a:p/>
          <a:p>
            <a:r>
              <a:t>Repo: https://github.com/kruth-s/AI-Powered-Image-Tagging-using-Generative-Vision-Language-Models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r>
              <a:t>- Manual image tagging is time-consuming</a:t>
            </a:r>
          </a:p>
          <a:p>
            <a:r>
              <a:t>- Inconsistent tagging leads to poor search results</a:t>
            </a:r>
          </a:p>
          <a:p/>
          <a:p>
            <a:r>
              <a:t>Solution:</a:t>
            </a:r>
          </a:p>
          <a:p>
            <a:r>
              <a:t>- AI-driven image analysis</a:t>
            </a:r>
          </a:p>
          <a:p>
            <a:r>
              <a:t>- Accurate and consistent tagging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Automated image tagging</a:t>
            </a:r>
          </a:p>
          <a:p>
            <a:r>
              <a:t>- Customizable tagging models</a:t>
            </a:r>
          </a:p>
          <a:p>
            <a:r>
              <a:t>- Integration with existing media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&amp;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Users: E-commerce businesses, Digital asset managers, Social media platforms</a:t>
            </a:r>
          </a:p>
          <a:p/>
          <a:p>
            <a:r>
              <a:t>Market:</a:t>
            </a:r>
          </a:p>
          <a:p>
            <a:r>
              <a:t>Growing digital media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SaaS subscription</a:t>
            </a:r>
          </a:p>
          <a:p/>
          <a:p>
            <a:r>
              <a:t>Future Scope:</a:t>
            </a:r>
          </a:p>
          <a:p>
            <a:r>
              <a:t>Expansion into video and multimedia tagging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