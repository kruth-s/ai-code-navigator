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ObjectGuard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object identity management for cloud-native applications</a:t>
            </a:r>
          </a:p>
          <a:p/>
          <a:p>
            <a:r>
              <a:t>Repo: https://github.com/object-identity-ai-gcp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- Inconsistent object tracking</a:t>
            </a:r>
          </a:p>
          <a:p>
            <a:r>
              <a:t>- Identity management issues across cloud services</a:t>
            </a:r>
          </a:p>
          <a:p/>
          <a:p>
            <a:r>
              <a:t>Solution:</a:t>
            </a:r>
          </a:p>
          <a:p>
            <a:r>
              <a:t>- Automated object identification</a:t>
            </a:r>
          </a:p>
          <a:p>
            <a:r>
              <a:t>- Unified identity management across GCP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Object anomaly detection</a:t>
            </a:r>
          </a:p>
          <a:p>
            <a:r>
              <a:t>- Identity-based access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Users: Cloud Architects, DevOps Teams</a:t>
            </a:r>
          </a:p>
          <a:p/>
          <a:p>
            <a:r>
              <a:t>Market:</a:t>
            </a:r>
          </a:p>
          <a:p>
            <a:r>
              <a:t>Expanding Cloud Infrastructure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SaaS subscription</a:t>
            </a:r>
          </a:p>
          <a:p/>
          <a:p>
            <a:r>
              <a:t>Future Scope:</a:t>
            </a:r>
          </a:p>
          <a:p>
            <a:r>
              <a:t>Multi-cloud support and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