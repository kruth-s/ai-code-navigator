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SummarizePro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Revolutionizing text analysis with AI-driven insights</a:t>
            </a:r>
          </a:p>
          <a:p/>
          <a:p>
            <a:r>
              <a:t>Repo: https://github.com/TextSummarizer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&amp;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Problem:</a:t>
            </a:r>
          </a:p>
          <a:p>
            <a:r>
              <a:t>- Information overload</a:t>
            </a:r>
          </a:p>
          <a:p>
            <a:r>
              <a:t>- Time-consuming document review</a:t>
            </a:r>
          </a:p>
          <a:p/>
          <a:p>
            <a:r>
              <a:t>Solution:</a:t>
            </a:r>
          </a:p>
          <a:p>
            <a:r>
              <a:t>- Automated text summarization</a:t>
            </a:r>
          </a:p>
          <a:p>
            <a:r>
              <a:t>- Key point extraction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&amp;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Article summarization</a:t>
            </a:r>
          </a:p>
          <a:p>
            <a:r>
              <a:t>- Document analysis</a:t>
            </a:r>
          </a:p>
          <a:p>
            <a:r>
              <a:t>- Research paper condensation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&amp; Users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Target Users: Researchers, Students, Business Professionals</a:t>
            </a:r>
          </a:p>
          <a:p/>
          <a:p>
            <a:r>
              <a:t>Market:</a:t>
            </a:r>
          </a:p>
          <a:p>
            <a:r>
              <a:t>Expanding EdTech and Productivity Market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&amp;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Model: SaaS subscription</a:t>
            </a:r>
          </a:p>
          <a:p/>
          <a:p>
            <a:r>
              <a:t>Future Scope:</a:t>
            </a:r>
          </a:p>
          <a:p>
            <a:r>
              <a:t>Integrations with popular note-taking and research tools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